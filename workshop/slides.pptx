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4000-8000-00000000000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00000-0000-4000-8000-000000000001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0000-0000-4000-8000-000000000002}" type="slidenum">
              <a:rPr lang="en-US"/>
              <a:t>‹#›</a:t>
            </a:fld>
            <a:endParaRPr lang="en-US"/>
          </a:p>
        </p:txBody>
      </p:sp>
    </p:spTree>
    <p:extLst>
      <p:ext uri="{00000000-0000-4000-8000-000000000003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Code: From Zero to Deploy-Ready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from an empty folder to a deploy-ready project with CI green, using Claude Code at every step.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525512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AI-Native Engineering at WWT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Claude Code works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1: Start right: a new project with best practices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2: Drop into an unknown codebase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3: Extend Claude Code: a skill, a hook and an MCP server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1:45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4: From issue to PR, with a security review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5: Deploy-ready: CI from red to green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2:45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Wrap-up: third-party MCP and next steps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59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 (AINE) is WWT's discipline for integrating AI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06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deeply and deliberately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every phase of the software development lifecycle — not a plugin bolted onto an existing tool, but a change to how software gets planned, designed, built, tested, secured, and operated, spanning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workflow, operating model, and services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006DC7"/>
          </a:solidFill>
          <a:ln/>
        </p:spPr>
      </p:sp>
      <p:sp>
        <p:nvSpPr>
          <p:cNvPr id="5" name="Shape 3"/>
          <p:cNvSpPr/>
          <p:nvPr/>
        </p:nvSpPr>
        <p:spPr>
          <a:xfrm>
            <a:off x="1341425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162FB4"/>
          </a:solidFill>
          <a:ln/>
        </p:spPr>
      </p:sp>
      <p:sp>
        <p:nvSpPr>
          <p:cNvPr id="6" name="Shape 4"/>
          <p:cNvSpPr/>
          <p:nvPr/>
        </p:nvSpPr>
        <p:spPr>
          <a:xfrm>
            <a:off x="195133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8212C4"/>
          </a:solidFill>
          <a:ln/>
        </p:spPr>
      </p:sp>
      <p:pic>
        <p:nvPicPr>
          <p:cNvPr id="7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phases, four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399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SDLC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Plan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Requirements &amp; Design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Build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Test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Secure &amp; Release</a:t>
            </a:r>
            <a:endParaRPr lang="en-US" sz="2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Operate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58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pillars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Design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differently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deliberately combines "Secure" and "Release" — WWT treats security as inseparable from shipping, not a bolt-on step at the end.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TO AI-NATIVE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curve, not a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2497112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 of AI, but with little direction or only untracked trial efforts.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consistent adoption; needs WWT guidance to define a path forward.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76702" y="2194560"/>
            <a:ext cx="2145182" cy="2497112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10" name="Text 8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59582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59582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use AI coding tools inside their existing workflow.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59582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work; AI is a suggestion engine.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1885" y="2194560"/>
            <a:ext cx="2145182" cy="2497112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5" name="Text 13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4765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4765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tooling is formally adopted and wired into standard workflows.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4765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standard part of the toolchain; humans still direct each task.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67067" y="2194560"/>
            <a:ext cx="2145182" cy="2497112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20" name="Text 18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49947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9947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take on multi-step tasks end-to-end.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9947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execute multi-step work; humans supervise and hold quality/security gates.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12250" y="2194560"/>
            <a:ext cx="2145182" cy="2497112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9513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9513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primary producer across the full SDLC.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513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set intent and verify outcomes; AI (multi-agent) produces.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965992"/>
            <a:ext cx="10058400" cy="88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spectrum most organizations are somewhere along — a team can sit at any stage while running any SDLC methodology.</a:t>
            </a:r>
            <a:endParaRPr lang="en-US" sz="1600" dirty="0"/>
          </a:p>
        </p:txBody>
      </p:sp>
      <p:pic>
        <p:nvPicPr>
          <p:cNvPr id="30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99CFF7">
                  <a:alpha val="28000"/>
                </a:srgbClr>
              </a:gs>
              <a:gs pos="60000">
                <a:srgbClr val="CBC0DA">
                  <a:alpha val="10000"/>
                </a:srgbClr>
              </a:gs>
              <a:gs pos="100000">
                <a:srgbClr val="FFFFFF"/>
              </a:gs>
            </a:gsLst>
            <a:path path="circle">
              <a:fillToRect l="50000" t="100000" r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31520" y="260604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162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plugin. A change to how software gets built.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8130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pic>
        <p:nvPicPr>
          <p:cNvPr id="6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work at Stages 2 and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9052"/>
                <a:gridCol w="1559052"/>
                <a:gridCol w="1559052"/>
                <a:gridCol w="1559052"/>
                <a:gridCol w="1559052"/>
                <a:gridCol w="15590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Req. &amp;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&amp; Release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AI-Assisted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draft a doc a human owns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summarizes and sketches options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 completion in the editor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generates test cases on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flags common vulnerabilities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diagnose incidents from logs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AI-Integrated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is standard for scoping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generate design options each review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codegen is wired in and expected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generation runs in CI per PR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scan is a release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monitoring and alerting is standard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Agent Augmented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and scores plans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designs; architects approve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submit features; engineers merge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writes, runs and triages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reviews security; humans hold the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triages incidents; engineers approve fixes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AI-Native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prioritizes; human approves intent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turn intent into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build in parallel; humans verify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test and self-correct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own compliance and deploys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monitor and tune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 and permissions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works in your repo, in a loop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context, take action, verify the result, repeat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interrupt at any point: press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permission mode decides what runs without asking you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cycles the modes, and the status bar shows yours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new folder, it first asks whether you trust it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CLAUDE.md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start of every session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in commands Claude can't guess, and your team's rules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out what Claude can learn by reading the code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short: under 200 lines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writes a first draft, and you edit it by hand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it, so your whole team shares the same rules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working loop: explore, plan, code, commit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Explore: Claude reads the code and answers questions first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 in plan mode, Claude proposes and changes nothing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the plan, or ask Claude to change 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Claude makes the change and runs the checks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Commit: small steps, each with a typed message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 plan when the diff fits in one sentence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 give Claude a way to check its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stops when the work looks done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 it can run turns "looks done" into "is done"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a linter, a build: anything that passes or fails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evidence, such as test output, not a claim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hook runs a check every time, with no exceptions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the same checks on every pull request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Start right: a new project with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workshop/labs/01-start-right.md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your copy of the repo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a new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tasklog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folder, outside the workshop repo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a tiny TypeScript CLI with Claude, with no dependencies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add your own rules to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status filter in plan mode before any code exists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in small steps, with Conventional Commit messages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07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--test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passes, with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0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two or more typed commits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your four rules, written by you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✅ in chat when done, or 🆘 and your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Drop into an unknown codebase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./scripts/reset-lab.sh 2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root of your copy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for a tour of Tasklane, then run the tests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three questions about the repo, with Claude's help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keep your Conventional Commits rule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issue 1, then fix it with a test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passes, including your new bad-id test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-1 --oneline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a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 for task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returns 400, not 500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where each orientation answer came from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✅ in chat when done, or 🆘 and your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Extend Claude Code: a skill, a hook and an MCP server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./scripts/reset-lab.sh 3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start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repo root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project skill for Tasklane's endpoint pattern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endpoint, and watch Claude load the skill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Stop hook that runs the tests, then break one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Tasklane MCP server through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each one, so your team gets them by cloning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lists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tasklane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connected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add-endpoint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 loaded, and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Stop hook blocked Claude at least once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clean, with your commits for all four changes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✅ in chat when done, or 🆘 and your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From issue to PR, with a security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54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 (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twice on an empty prompt), then run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./scripts/reset-lab.sh 4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issue 2: an apostrophe in a search gives 500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root cause, then ask a security question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fix and its tests in one request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and open a PR with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branch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view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your PR open, from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lab-4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HEAD~1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a test with an injection payload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passes, and the O'Brien search returns task 9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the fallback, and read 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✅ in chat when done, or 🆘 and your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5: Deploy-ready: CI from red to green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54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 (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Ctrl+D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twice on an empty prompt), then run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./scripts/reset-lab.sh 5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for a CI workflow, and nothing else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open a PR, and watch CI go red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failed step's log, not the summary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cause, not the warning, and watch CI go green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project against a deploy-readiness checklist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checks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the 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passing on your PR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 -- --max-warnings 0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passes on your machine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starts the API, and the README says how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commits: the workflow, the shutdown fix, the readiness fixes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✅ in chat when done, or 🆘 and your step number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MCP servers: what they are and who you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is an open standard that connects AI tools to other systems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 gives Claude access to your tools, data and APIs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servers come from vendors and other teams, not you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 trust a server before you connect 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that read outside content can carry prompt injection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asks before it uses a project's 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.mcp.json</a:t>
            </a:r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add GitHub's MCP server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737360"/>
            <a:ext cx="10725912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1920240"/>
            <a:ext cx="10177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 github https://api.githubcopilot.com/mcp/ \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--header "Authorization: Bearer $GITHUB_PAT"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did today, and what comes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310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a new project with your rules, a plan, typed commits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an unknown codebase, explored and fixed with a test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a skill, a hook and an MCP server, committed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an issue taken to a PR, with a security review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5: CI from red to green, and a readiness check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take one habit to your own repo this week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working through it. Make a new world happen.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0000000-0000-4000-8000-000000000006}">
      <thm15:themeFamily xmlns:thm15="http://schemas.microsoft.com/office/thememl/2012/main" name="Office Theme" id="{00000000-0000-4000-8000-000000000007}" vid="{00000000-0000-4000-8000-0000000000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World Wide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Code, Hands On</dc:title>
  <dc:subject>PptxGenJS Presentation</dc:subject>
  <dc:creator>WWT</dc:creator>
  <cp:lastModifiedBy>WWT</cp:lastModifiedBy>
  <cp:revision>1</cp:revision>
  <dcterms:created xsi:type="dcterms:W3CDTF">2026-10-01T00:00:00Z</dcterms:created>
  <dcterms:modified xsi:type="dcterms:W3CDTF">2026-10-01T00:00:00Z</dcterms:modified>
</cp:coreProperties>
</file>